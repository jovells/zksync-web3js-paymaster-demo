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967746"/>
            <a:ext cx="74164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Empowering Developers with zkPass for Zero-Knowledge Verification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4441746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Welcome to the world of zero-knowledge proofs. This presentation will introduce zkPass, a tool that empowers JavaScript developers to verify data without revealing sensitive information.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198" y="5848350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818" y="5855970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478" y="5829895"/>
            <a:ext cx="1407438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Joe Cot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79" y="816054"/>
            <a:ext cx="7492841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b="1" spc="-4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zkPass Overview &amp; Benefits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825579" y="2775466"/>
            <a:ext cx="412790" cy="412790"/>
          </a:xfrm>
          <a:prstGeom prst="roundRect">
            <a:avLst>
              <a:gd name="adj" fmla="val 8573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1474232" y="2775466"/>
            <a:ext cx="2979896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Simplified Verification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74232" y="3587234"/>
            <a:ext cx="2979896" cy="176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zkPass simplifies zero-knowledge verification, making it accessible to developers without extensive cryptographic expertise.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89991" y="2775466"/>
            <a:ext cx="412790" cy="412790"/>
          </a:xfrm>
          <a:prstGeom prst="roundRect">
            <a:avLst>
              <a:gd name="adj" fmla="val 8573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5338643" y="2775466"/>
            <a:ext cx="2680692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Enhanced Privacy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338643" y="3252073"/>
            <a:ext cx="2979896" cy="2122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zkPass ensures privacy by verifying data without revealing sensitive information, protecting user data and enabling secure transactions.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25579" y="5875734"/>
            <a:ext cx="412790" cy="412790"/>
          </a:xfrm>
          <a:prstGeom prst="roundRect">
            <a:avLst>
              <a:gd name="adj" fmla="val 8573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1474232" y="5875734"/>
            <a:ext cx="2680692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Wide Applicability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474232" y="6352342"/>
            <a:ext cx="6844189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zkPass is versatile and can be used for various applications, including identity verification, anti-cheating mechanisms, and Web3 interactions.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69864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 to Zero-Knowledge Proofs (zkPs)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78940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a zkP?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386858"/>
            <a:ext cx="615029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Imagine a cryptographic proof that allows a verifier to confirm the truth of a statement without revealing any sensitive details. That's the essence of a zero-knowledge proof (zkP). zkPs empower you to verify data, like user age or identity, without compromising privacy.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78940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3929" y="4386858"/>
            <a:ext cx="615029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Let's say you want to verify someone's age for an online service. Using a zkP, you can confirm that they are 18 or older without needing to know their exact birthdate. This protects their privacy while still ensuring they meet the age requirement.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797600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zkPass?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1869043"/>
            <a:ext cx="3584853" cy="3213259"/>
          </a:xfrm>
          <a:prstGeom prst="roundRect">
            <a:avLst>
              <a:gd name="adj" fmla="val 1152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1110615" y="2115860"/>
            <a:ext cx="309122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Simplified Verification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2965133"/>
            <a:ext cx="3091220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zkPass simplifies zero-knowledge verification, making it accessible to developers without extensive cryptographic expertise.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1869043"/>
            <a:ext cx="3584853" cy="3213259"/>
          </a:xfrm>
          <a:prstGeom prst="roundRect">
            <a:avLst>
              <a:gd name="adj" fmla="val 1152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4942284" y="211586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Enhanced Privacy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284" y="2614493"/>
            <a:ext cx="3091220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zkPass ensures privacy by verifying data without revealing sensitive information, protecting user data and enabling secure transactions.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5329118"/>
            <a:ext cx="7416403" cy="2102763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1110615" y="55759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Wide Applicability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10615" y="6074569"/>
            <a:ext cx="692277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zkPass is versatile and can be used for various applications, including identity verification, anti-cheating mechanisms, and Web3 interactions.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35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5771" y="533757"/>
            <a:ext cx="4411385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450" b="1" spc="-35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it Works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445448" y="1376243"/>
            <a:ext cx="22860" cy="6323528"/>
          </a:xfrm>
          <a:prstGeom prst="roundRect">
            <a:avLst>
              <a:gd name="adj" fmla="val 127366"/>
            </a:avLst>
          </a:prstGeom>
          <a:solidFill>
            <a:srgbClr val="494A4B"/>
          </a:solidFill>
          <a:ln/>
        </p:spPr>
      </p:sp>
      <p:sp>
        <p:nvSpPr>
          <p:cNvPr id="5" name="Shape 2"/>
          <p:cNvSpPr/>
          <p:nvPr/>
        </p:nvSpPr>
        <p:spPr>
          <a:xfrm>
            <a:off x="6652379" y="1801535"/>
            <a:ext cx="679371" cy="22860"/>
          </a:xfrm>
          <a:prstGeom prst="roundRect">
            <a:avLst>
              <a:gd name="adj" fmla="val 127366"/>
            </a:avLst>
          </a:prstGeom>
          <a:solidFill>
            <a:srgbClr val="494A4B"/>
          </a:solidFill>
          <a:ln/>
        </p:spPr>
      </p:sp>
      <p:sp>
        <p:nvSpPr>
          <p:cNvPr id="6" name="Shape 3"/>
          <p:cNvSpPr/>
          <p:nvPr/>
        </p:nvSpPr>
        <p:spPr>
          <a:xfrm>
            <a:off x="6238518" y="1594604"/>
            <a:ext cx="436721" cy="436721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406277" y="1680567"/>
            <a:ext cx="101084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524393" y="1570315"/>
            <a:ext cx="2205633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User Request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24393" y="1962507"/>
            <a:ext cx="6426637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user initiates a verification request, such as proving they are 18 years old, without revealing their birthdate.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52379" y="3358158"/>
            <a:ext cx="679371" cy="22860"/>
          </a:xfrm>
          <a:prstGeom prst="roundRect">
            <a:avLst>
              <a:gd name="adj" fmla="val 127366"/>
            </a:avLst>
          </a:prstGeom>
          <a:solidFill>
            <a:srgbClr val="494A4B"/>
          </a:solidFill>
          <a:ln/>
        </p:spPr>
      </p:sp>
      <p:sp>
        <p:nvSpPr>
          <p:cNvPr id="11" name="Shape 8"/>
          <p:cNvSpPr/>
          <p:nvPr/>
        </p:nvSpPr>
        <p:spPr>
          <a:xfrm>
            <a:off x="6238518" y="3151227"/>
            <a:ext cx="436721" cy="436721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6380083" y="3237190"/>
            <a:ext cx="153472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7524393" y="3126938"/>
            <a:ext cx="2391370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zkPass Verification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24393" y="3519130"/>
            <a:ext cx="6426637" cy="87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zkPass generates a zero-knowledge proof based on the user's data, demonstrating they meet the specified requirements without disclosing sensitive information.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52379" y="5205889"/>
            <a:ext cx="679371" cy="22860"/>
          </a:xfrm>
          <a:prstGeom prst="roundRect">
            <a:avLst>
              <a:gd name="adj" fmla="val 127366"/>
            </a:avLst>
          </a:prstGeom>
          <a:solidFill>
            <a:srgbClr val="494A4B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8518" y="4998958"/>
            <a:ext cx="436721" cy="436721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7" name="Text 14"/>
          <p:cNvSpPr/>
          <p:nvPr/>
        </p:nvSpPr>
        <p:spPr>
          <a:xfrm>
            <a:off x="6379845" y="5084921"/>
            <a:ext cx="154067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7524393" y="4974669"/>
            <a:ext cx="2237065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 Proof Submission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524393" y="5366861"/>
            <a:ext cx="6426637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user submits the proof to the verifier, allowing them to confirm the user's eligibility without accessing the actual data.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52379" y="6762512"/>
            <a:ext cx="679371" cy="22860"/>
          </a:xfrm>
          <a:prstGeom prst="roundRect">
            <a:avLst>
              <a:gd name="adj" fmla="val 127366"/>
            </a:avLst>
          </a:prstGeom>
          <a:solidFill>
            <a:srgbClr val="494A4B"/>
          </a:solidFill>
          <a:ln/>
        </p:spPr>
      </p:sp>
      <p:sp>
        <p:nvSpPr>
          <p:cNvPr id="21" name="Shape 18"/>
          <p:cNvSpPr/>
          <p:nvPr/>
        </p:nvSpPr>
        <p:spPr>
          <a:xfrm>
            <a:off x="6238518" y="6555581"/>
            <a:ext cx="436721" cy="436721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2" name="Text 19"/>
          <p:cNvSpPr/>
          <p:nvPr/>
        </p:nvSpPr>
        <p:spPr>
          <a:xfrm>
            <a:off x="6366986" y="6641544"/>
            <a:ext cx="179665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spc="-21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7524393" y="6531293"/>
            <a:ext cx="2362557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4. Verification Result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524393" y="6923484"/>
            <a:ext cx="6426637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verifier receives and evaluates the proof, granting access or providing the appropriate response based on the verification outcome.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233" y="848678"/>
            <a:ext cx="6693813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50" b="1" spc="-37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Getting Started with zkPass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33" y="1738193"/>
            <a:ext cx="512207" cy="5122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7233" y="2455307"/>
            <a:ext cx="28645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Install zkPass Extension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17233" y="2869287"/>
            <a:ext cx="3701058" cy="921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Get started by downloading the zkPass Chrome Extension to your browser. It's your gateway to accessing zkPass features.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591" y="1738193"/>
            <a:ext cx="512207" cy="5122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25591" y="2455307"/>
            <a:ext cx="232862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zkPass Dev Center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4725591" y="2869287"/>
            <a:ext cx="3701177" cy="1229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Sign up for a zkPass developer account to access the powerful tools and resources needed to create and manage your zero-knowledge verification projects.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33" y="4713208"/>
            <a:ext cx="512207" cy="5122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7233" y="5430322"/>
            <a:ext cx="303037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Set Up Your Environment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17233" y="5844302"/>
            <a:ext cx="3701058" cy="1229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 your JavaScript development environment is ready to go. You'll need a code editor and a package manager to install the zkPass SDK.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591" y="4713208"/>
            <a:ext cx="512207" cy="5122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25591" y="5430322"/>
            <a:ext cx="232862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18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 zkPass SDK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4725591" y="5844302"/>
            <a:ext cx="3701177" cy="153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Install the zkPass SDK (zkpass-sdk) to your project using your package manager. This provides the necessary tools for integrating zero-knowledge verification functionality into your applications.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05526"/>
            <a:ext cx="786443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Creating a Custom Schema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623786"/>
            <a:ext cx="428886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Inspecting Network Requests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221242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Open your target website (e.g., Upwork, UOB Bank) and inspect network requests using Chrome's "Network" tab to find APIs that provide the desired information. Capture Fetch/XHR requests to identify specific API endpoints.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623786"/>
            <a:ext cx="346733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Defining Intercept URLs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3929" y="4221242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Define the intercept URL, which is the API endpoint that will be used to retrieve data for verification. For dynamic URLs, use ?=? placeholders to represent variable parts of the URL.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87072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Schema Validation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60533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Paste Your Schema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202787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After creating your custom schema, paste it into the zkPass developer center for validation. The platform will analyze your schema for errors and provide feedback to ensure accuracy.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60533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Common Gotchas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18740" y="4202787"/>
            <a:ext cx="575548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Avoid leading or trailing slashes in your URLs.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18740" y="4659273"/>
            <a:ext cx="575548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placeholders like `?=?` for dynamic API intercepts.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18740" y="5115758"/>
            <a:ext cx="575548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Nested arrays or objects should use the `a|0|b` format for proper key representation.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7674" y="672346"/>
            <a:ext cx="6127313" cy="544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50"/>
              </a:lnSpc>
              <a:buNone/>
            </a:pPr>
            <a:r>
              <a:rPr lang="en-US" sz="3400" b="1" spc="-3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Integrating the zkPass SDK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74" y="1504831"/>
            <a:ext cx="479465" cy="4794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57674" y="2175986"/>
            <a:ext cx="2202894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Include zkPass SDK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157674" y="2563416"/>
            <a:ext cx="7801451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Start by adding the zkPass SDK to your project using npm install zkpass-sdk. This will provide the necessary tools for integrating zero-knowledge verification functionality into your applications.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674" y="3714036"/>
            <a:ext cx="479465" cy="4794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57674" y="4385191"/>
            <a:ext cx="3167896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Check Extension Availability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157674" y="4772620"/>
            <a:ext cx="7801451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TransgateConnect to determine if the zkPass Chrome extension is available. This will ensure that the user has the necessary tools for verification.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674" y="5923240"/>
            <a:ext cx="479465" cy="4794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57674" y="6594396"/>
            <a:ext cx="2179558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spc="-17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Initiate Verification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157674" y="6981825"/>
            <a:ext cx="7801451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Initiate the verification process using your schema ID and app ID. The code example provided demonstrates how to use the TransgateConnect object to launch the verification process.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8012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Verifying the Proof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175034"/>
            <a:ext cx="2150388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4" name="Text 2"/>
          <p:cNvSpPr/>
          <p:nvPr/>
        </p:nvSpPr>
        <p:spPr>
          <a:xfrm>
            <a:off x="1110615" y="2624852"/>
            <a:ext cx="117872" cy="46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spc="-24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61003" y="2421850"/>
            <a:ext cx="370343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Verify Allocator Signature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61003" y="2920484"/>
            <a:ext cx="681656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initial step ensures the proof originated from a trusted source.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137535" y="3522226"/>
            <a:ext cx="10505718" cy="15240"/>
          </a:xfrm>
          <a:prstGeom prst="roundRect">
            <a:avLst>
              <a:gd name="adj" fmla="val 242945"/>
            </a:avLst>
          </a:prstGeom>
          <a:solidFill>
            <a:srgbClr val="494A4B"/>
          </a:solidFill>
          <a:ln/>
        </p:spPr>
      </p:sp>
      <p:sp>
        <p:nvSpPr>
          <p:cNvPr id="8" name="Shape 6"/>
          <p:cNvSpPr/>
          <p:nvPr/>
        </p:nvSpPr>
        <p:spPr>
          <a:xfrm>
            <a:off x="863798" y="3660815"/>
            <a:ext cx="4300895" cy="1732598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9" name="Text 7"/>
          <p:cNvSpPr/>
          <p:nvPr/>
        </p:nvSpPr>
        <p:spPr>
          <a:xfrm>
            <a:off x="1110615" y="4295775"/>
            <a:ext cx="178951" cy="46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spc="-24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11510" y="3907631"/>
            <a:ext cx="370010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Verify Validator Signature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11510" y="4406265"/>
            <a:ext cx="8108275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step confirms the integrity of the proof, guaranteeing it hasn't been tampered with.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88042" y="5378172"/>
            <a:ext cx="8355211" cy="15240"/>
          </a:xfrm>
          <a:prstGeom prst="roundRect">
            <a:avLst>
              <a:gd name="adj" fmla="val 242945"/>
            </a:avLst>
          </a:prstGeom>
          <a:solidFill>
            <a:srgbClr val="494A4B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798" y="5516761"/>
            <a:ext cx="6451402" cy="1732598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1110615" y="6151721"/>
            <a:ext cx="179546" cy="46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spc="-24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62017" y="5763578"/>
            <a:ext cx="310372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On-Chain Verification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62017" y="6262211"/>
            <a:ext cx="595776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Optionally, record the verification result on a blockchain for greater transparency and trust.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2024-10-12T12:01:49Z</dcterms:created>
  <dcterms:modified xsi:type="dcterms:W3CDTF">2024-10-12T12:01:49Z</dcterms:modified>
</cp:coreProperties>
</file>